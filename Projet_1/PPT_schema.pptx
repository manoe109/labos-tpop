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1" d="100"/>
          <a:sy n="71" d="100"/>
        </p:scale>
        <p:origin x="484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AF8E-18D8-8A07-443C-DB149F2E7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C681C-7D45-5AB9-1D85-2F50A1D7E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C9581-9B79-C262-402D-5CEA54BAB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A882-3D6E-4A40-9634-089D7301301C}" type="datetimeFigureOut">
              <a:rPr lang="fr-CA" smtClean="0"/>
              <a:t>2026-03-28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688CB-D2D4-DDD5-FD41-DFD8BEC6D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A9FD8-8EDC-5BD5-A9F3-A7E0E6D9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841-F0EB-459C-AB10-6366C0539AF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07741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A6E13-5C4C-DEAD-1666-CC6EC793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D9504-D775-26B0-327B-A12B89B20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B0863-87AA-53DB-3F66-CA06557E4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A882-3D6E-4A40-9634-089D7301301C}" type="datetimeFigureOut">
              <a:rPr lang="fr-CA" smtClean="0"/>
              <a:t>2026-03-28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6E3D9-AB6F-DC88-BB78-C2BF628C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B901D-E126-2584-855F-4813DA1B2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841-F0EB-459C-AB10-6366C0539AF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24268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3855-DA09-CB6D-F8AD-11FC78273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0DB9B-0991-3ECF-3E19-025B50D8E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AB8A7-F1FD-F086-7790-97542B54A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A882-3D6E-4A40-9634-089D7301301C}" type="datetimeFigureOut">
              <a:rPr lang="fr-CA" smtClean="0"/>
              <a:t>2026-03-28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1A69C-05F0-D31E-D94D-EAB3DADCB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F9CDA-ED8B-B210-6065-1FE6CE880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841-F0EB-459C-AB10-6366C0539AF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1302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D4DF-41FF-04C0-C9B2-952BD74B7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5EC0F-2CF3-F8BC-2E63-23E04F08C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A0737-A2BB-9C82-7CFF-F9237B75D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8FFF2-63FA-988A-1CA0-854FD281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A882-3D6E-4A40-9634-089D7301301C}" type="datetimeFigureOut">
              <a:rPr lang="fr-CA" smtClean="0"/>
              <a:t>2026-03-28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FF79D-6E26-2105-225C-1D3840BD3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2C266-5770-BFF0-E0D1-C87F8BBF2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841-F0EB-459C-AB10-6366C0539AF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44923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11F18-9CAA-44F5-0AE6-497E3527E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E0918-7A76-50DE-87B9-46C293E97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6DB74-D5E6-E30D-D322-23D9E2CB8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7F70D-A5DC-DD92-313D-9BA9B8AF3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E02E18-84EE-6F52-B5E7-E284142C9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ACE08C-29CE-7901-7248-613A5CF68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A882-3D6E-4A40-9634-089D7301301C}" type="datetimeFigureOut">
              <a:rPr lang="fr-CA" smtClean="0"/>
              <a:t>2026-03-28</a:t>
            </a:fld>
            <a:endParaRPr lang="fr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383DC9-F122-FF99-6D89-3CBFE660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96D374-EC3A-7894-EB0E-8BA247EF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841-F0EB-459C-AB10-6366C0539AF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58185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3AEE-6AF3-F034-E486-007DBA953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12A2D-B49A-201F-8D08-FEFF749D1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A882-3D6E-4A40-9634-089D7301301C}" type="datetimeFigureOut">
              <a:rPr lang="fr-CA" smtClean="0"/>
              <a:t>2026-03-28</a:t>
            </a:fld>
            <a:endParaRPr lang="fr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62923-12C5-F88E-8BD0-35297D94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A7C06-6379-DFB0-BC04-5737BC4F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841-F0EB-459C-AB10-6366C0539AF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0753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08FB51-F076-6204-9B57-162CC6A48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A882-3D6E-4A40-9634-089D7301301C}" type="datetimeFigureOut">
              <a:rPr lang="fr-CA" smtClean="0"/>
              <a:t>2026-03-28</a:t>
            </a:fld>
            <a:endParaRPr lang="fr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A978C9-2511-5DF4-D8B7-D2572C571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897D2-40D3-EC04-23F3-AC76E02A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841-F0EB-459C-AB10-6366C0539AF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4776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7D31F-BC99-A0A2-817D-84820F197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5B7AB-2102-6F16-488D-447E3A1B8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9AC41-2F73-A811-8FD8-3AA04DF87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97CA2-ED52-E4C1-9BC5-DF2DB1F7B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A882-3D6E-4A40-9634-089D7301301C}" type="datetimeFigureOut">
              <a:rPr lang="fr-CA" smtClean="0"/>
              <a:t>2026-03-28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B0FC3-EA38-4C13-E5B2-664DF040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12537-AF4A-0081-9F5C-82745141A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841-F0EB-459C-AB10-6366C0539AF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37200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248F-9335-BF84-CCEF-E06F9FA80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BCD1AC-C5FE-AE84-5471-36BBE18ED4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66375-BB88-D333-BC6B-D63B744BE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AFE70-357D-B7A7-00D8-68EC8A428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A882-3D6E-4A40-9634-089D7301301C}" type="datetimeFigureOut">
              <a:rPr lang="fr-CA" smtClean="0"/>
              <a:t>2026-03-28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D3775-8869-F015-B817-2303DCCEF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264D2-4637-41EE-4A9A-2282888C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841-F0EB-459C-AB10-6366C0539AF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01151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6358-5D29-9635-A415-501E5122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D1ABD-4D39-1227-EBCE-6554E8AE9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F3077-4900-9D70-9D88-5C6E67737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A882-3D6E-4A40-9634-089D7301301C}" type="datetimeFigureOut">
              <a:rPr lang="fr-CA" smtClean="0"/>
              <a:t>2026-03-28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EEAB1-1220-D6D8-0675-361110D4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1D84E-BD6C-5C5E-2400-E1A8F2CB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841-F0EB-459C-AB10-6366C0539AF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49632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2089DC-720C-8FFE-2289-EC0D2CEBB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173BD-C731-7C8B-9639-1DB325133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FDEF7-1687-0853-16DB-7A02FB30A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A882-3D6E-4A40-9634-089D7301301C}" type="datetimeFigureOut">
              <a:rPr lang="fr-CA" smtClean="0"/>
              <a:t>2026-03-28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FA717-7B9F-E992-C1A8-4E1C2569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1F92A-5613-D6AA-AD21-4C30B291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841-F0EB-459C-AB10-6366C0539AF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45069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150958-5285-0FFC-E081-009C234B4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BBC99-5FE2-5918-C8BB-A3DEC89A1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BACF3-DDB3-9382-7418-C9895A0B2C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0A882-3D6E-4A40-9634-089D7301301C}" type="datetimeFigureOut">
              <a:rPr lang="fr-CA" smtClean="0"/>
              <a:t>2026-03-28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229E0-6D57-5418-FF57-7577C711C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AEC3B-A18A-7CAD-B963-B783613348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41841-F0EB-459C-AB10-6366C0539AF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2625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AF3CAF-36D5-27E9-C942-BCE5A62688A2}"/>
              </a:ext>
            </a:extLst>
          </p:cNvPr>
          <p:cNvSpPr/>
          <p:nvPr/>
        </p:nvSpPr>
        <p:spPr>
          <a:xfrm>
            <a:off x="1364415" y="4892040"/>
            <a:ext cx="9463169" cy="116956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3200" dirty="0">
                <a:solidFill>
                  <a:schemeClr val="tx1"/>
                </a:solidFill>
              </a:rPr>
              <a:t>Plaque de montage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F87C47-4FD6-FB51-780C-7F8EA5D024C2}"/>
              </a:ext>
            </a:extLst>
          </p:cNvPr>
          <p:cNvSpPr/>
          <p:nvPr/>
        </p:nvSpPr>
        <p:spPr>
          <a:xfrm>
            <a:off x="10398419" y="2721429"/>
            <a:ext cx="185058" cy="2170611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22DCD2-22D8-ADC7-C750-F0DAFA46FEDE}"/>
              </a:ext>
            </a:extLst>
          </p:cNvPr>
          <p:cNvSpPr txBox="1"/>
          <p:nvPr/>
        </p:nvSpPr>
        <p:spPr>
          <a:xfrm>
            <a:off x="9572085" y="2125570"/>
            <a:ext cx="18377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200" dirty="0"/>
              <a:t>Capteur</a:t>
            </a: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C3111D8F-A9FF-EAF2-4F69-544F05E51928}"/>
              </a:ext>
            </a:extLst>
          </p:cNvPr>
          <p:cNvSpPr/>
          <p:nvPr/>
        </p:nvSpPr>
        <p:spPr>
          <a:xfrm>
            <a:off x="1883664" y="2029969"/>
            <a:ext cx="850392" cy="2862072"/>
          </a:xfrm>
          <a:prstGeom prst="fram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B585BE-9E7B-FED1-7F13-39952D2C83CB}"/>
              </a:ext>
            </a:extLst>
          </p:cNvPr>
          <p:cNvSpPr txBox="1"/>
          <p:nvPr/>
        </p:nvSpPr>
        <p:spPr>
          <a:xfrm>
            <a:off x="1389997" y="1437401"/>
            <a:ext cx="18377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200" dirty="0"/>
              <a:t>Lampe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89D759-F85B-39A9-CA78-0904943DF748}"/>
              </a:ext>
            </a:extLst>
          </p:cNvPr>
          <p:cNvCxnSpPr>
            <a:cxnSpLocks/>
          </p:cNvCxnSpPr>
          <p:nvPr/>
        </p:nvCxnSpPr>
        <p:spPr>
          <a:xfrm flipV="1">
            <a:off x="2744868" y="4147655"/>
            <a:ext cx="7644586" cy="349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47FB7DE-DB4C-93A4-3FBB-BD34160358F0}"/>
              </a:ext>
            </a:extLst>
          </p:cNvPr>
          <p:cNvSpPr txBox="1"/>
          <p:nvPr/>
        </p:nvSpPr>
        <p:spPr>
          <a:xfrm>
            <a:off x="4249193" y="3562879"/>
            <a:ext cx="4635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200" dirty="0"/>
              <a:t>Distance lampe - capteur</a:t>
            </a:r>
          </a:p>
        </p:txBody>
      </p:sp>
    </p:spTree>
    <p:extLst>
      <p:ext uri="{BB962C8B-B14F-4D97-AF65-F5344CB8AC3E}">
        <p14:creationId xmlns:p14="http://schemas.microsoft.com/office/powerpoint/2010/main" val="2383799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Turcotte</dc:creator>
  <cp:lastModifiedBy>Alex Turcotte</cp:lastModifiedBy>
  <cp:revision>1</cp:revision>
  <dcterms:created xsi:type="dcterms:W3CDTF">2026-03-28T17:02:06Z</dcterms:created>
  <dcterms:modified xsi:type="dcterms:W3CDTF">2026-03-28T17:22:03Z</dcterms:modified>
</cp:coreProperties>
</file>