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4D268-5B8E-49B2-AA59-6798ABD425F6}" v="3" dt="2026-04-19T19:02:36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668" autoAdjust="0"/>
    <p:restoredTop sz="94660"/>
  </p:normalViewPr>
  <p:slideViewPr>
    <p:cSldViewPr snapToGrid="0">
      <p:cViewPr>
        <p:scale>
          <a:sx n="75" d="100"/>
          <a:sy n="75" d="100"/>
        </p:scale>
        <p:origin x="784" y="-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lde Noël" userId="e8cc6f8fcd8ecae5" providerId="LiveId" clId="{25374B4B-595F-48B5-8902-A8E8E0647D3A}"/>
    <pc:docChg chg="undo custSel modSld">
      <pc:chgData name="Mathilde Noël" userId="e8cc6f8fcd8ecae5" providerId="LiveId" clId="{25374B4B-595F-48B5-8902-A8E8E0647D3A}" dt="2026-04-22T02:43:43.623" v="21" actId="207"/>
      <pc:docMkLst>
        <pc:docMk/>
      </pc:docMkLst>
      <pc:sldChg chg="addSp modSp mod">
        <pc:chgData name="Mathilde Noël" userId="e8cc6f8fcd8ecae5" providerId="LiveId" clId="{25374B4B-595F-48B5-8902-A8E8E0647D3A}" dt="2026-04-22T02:43:43.623" v="21" actId="207"/>
        <pc:sldMkLst>
          <pc:docMk/>
          <pc:sldMk cId="4071592598" sldId="256"/>
        </pc:sldMkLst>
        <pc:spChg chg="mod">
          <ac:chgData name="Mathilde Noël" userId="e8cc6f8fcd8ecae5" providerId="LiveId" clId="{25374B4B-595F-48B5-8902-A8E8E0647D3A}" dt="2026-04-22T02:43:43.623" v="21" actId="207"/>
          <ac:spMkLst>
            <pc:docMk/>
            <pc:sldMk cId="4071592598" sldId="256"/>
            <ac:spMk id="8" creationId="{DBFE6E4E-4C35-ECC3-54D8-9FDCAF4EF168}"/>
          </ac:spMkLst>
        </pc:spChg>
        <pc:spChg chg="mod">
          <ac:chgData name="Mathilde Noël" userId="e8cc6f8fcd8ecae5" providerId="LiveId" clId="{25374B4B-595F-48B5-8902-A8E8E0647D3A}" dt="2026-04-19T19:02:36.465" v="6" actId="164"/>
          <ac:spMkLst>
            <pc:docMk/>
            <pc:sldMk cId="4071592598" sldId="256"/>
            <ac:spMk id="9" creationId="{8911F6FB-080F-59DE-8C76-D6BF93A967EC}"/>
          </ac:spMkLst>
        </pc:spChg>
        <pc:spChg chg="mod">
          <ac:chgData name="Mathilde Noël" userId="e8cc6f8fcd8ecae5" providerId="LiveId" clId="{25374B4B-595F-48B5-8902-A8E8E0647D3A}" dt="2026-04-19T19:02:36.465" v="6" actId="164"/>
          <ac:spMkLst>
            <pc:docMk/>
            <pc:sldMk cId="4071592598" sldId="256"/>
            <ac:spMk id="11" creationId="{190860D2-D73A-1AA8-417B-33211BF9C563}"/>
          </ac:spMkLst>
        </pc:spChg>
        <pc:spChg chg="mod">
          <ac:chgData name="Mathilde Noël" userId="e8cc6f8fcd8ecae5" providerId="LiveId" clId="{25374B4B-595F-48B5-8902-A8E8E0647D3A}" dt="2026-04-19T19:02:36.465" v="6" actId="164"/>
          <ac:spMkLst>
            <pc:docMk/>
            <pc:sldMk cId="4071592598" sldId="256"/>
            <ac:spMk id="12" creationId="{B7AF564A-D1C9-3083-565B-17A9787D295A}"/>
          </ac:spMkLst>
        </pc:spChg>
        <pc:spChg chg="mod">
          <ac:chgData name="Mathilde Noël" userId="e8cc6f8fcd8ecae5" providerId="LiveId" clId="{25374B4B-595F-48B5-8902-A8E8E0647D3A}" dt="2026-04-19T19:02:36.465" v="6" actId="164"/>
          <ac:spMkLst>
            <pc:docMk/>
            <pc:sldMk cId="4071592598" sldId="256"/>
            <ac:spMk id="13" creationId="{66299299-6744-7FD2-2283-657D5FF04E08}"/>
          </ac:spMkLst>
        </pc:spChg>
        <pc:spChg chg="mod">
          <ac:chgData name="Mathilde Noël" userId="e8cc6f8fcd8ecae5" providerId="LiveId" clId="{25374B4B-595F-48B5-8902-A8E8E0647D3A}" dt="2026-04-19T19:02:36.465" v="6" actId="164"/>
          <ac:spMkLst>
            <pc:docMk/>
            <pc:sldMk cId="4071592598" sldId="256"/>
            <ac:spMk id="27" creationId="{46EE208A-89B7-D13B-1D98-F24F754B1DFA}"/>
          </ac:spMkLst>
        </pc:spChg>
        <pc:spChg chg="mod">
          <ac:chgData name="Mathilde Noël" userId="e8cc6f8fcd8ecae5" providerId="LiveId" clId="{25374B4B-595F-48B5-8902-A8E8E0647D3A}" dt="2026-04-19T19:02:36.465" v="6" actId="164"/>
          <ac:spMkLst>
            <pc:docMk/>
            <pc:sldMk cId="4071592598" sldId="256"/>
            <ac:spMk id="28" creationId="{1294BCDF-9608-F5F9-B3BF-0FF530312D06}"/>
          </ac:spMkLst>
        </pc:spChg>
        <pc:spChg chg="mod">
          <ac:chgData name="Mathilde Noël" userId="e8cc6f8fcd8ecae5" providerId="LiveId" clId="{25374B4B-595F-48B5-8902-A8E8E0647D3A}" dt="2026-04-19T19:02:36.465" v="6" actId="164"/>
          <ac:spMkLst>
            <pc:docMk/>
            <pc:sldMk cId="4071592598" sldId="256"/>
            <ac:spMk id="29" creationId="{7EFE4209-B30C-76F7-E9D9-E7B0F19B4201}"/>
          </ac:spMkLst>
        </pc:spChg>
        <pc:grpChg chg="mod">
          <ac:chgData name="Mathilde Noël" userId="e8cc6f8fcd8ecae5" providerId="LiveId" clId="{25374B4B-595F-48B5-8902-A8E8E0647D3A}" dt="2026-04-19T19:02:41.462" v="7" actId="1076"/>
          <ac:grpSpMkLst>
            <pc:docMk/>
            <pc:sldMk cId="4071592598" sldId="256"/>
            <ac:grpSpMk id="3" creationId="{77A86A32-F264-F4C7-9134-6359296EB0EF}"/>
          </ac:grpSpMkLst>
        </pc:grpChg>
        <pc:picChg chg="mod">
          <ac:chgData name="Mathilde Noël" userId="e8cc6f8fcd8ecae5" providerId="LiveId" clId="{25374B4B-595F-48B5-8902-A8E8E0647D3A}" dt="2026-04-19T19:02:36.465" v="6" actId="164"/>
          <ac:picMkLst>
            <pc:docMk/>
            <pc:sldMk cId="4071592598" sldId="256"/>
            <ac:picMk id="7" creationId="{2458E695-F803-7801-EA16-87FDABEAEFB7}"/>
          </ac:picMkLst>
        </pc:picChg>
        <pc:picChg chg="mod">
          <ac:chgData name="Mathilde Noël" userId="e8cc6f8fcd8ecae5" providerId="LiveId" clId="{25374B4B-595F-48B5-8902-A8E8E0647D3A}" dt="2026-04-19T19:02:36.465" v="6" actId="164"/>
          <ac:picMkLst>
            <pc:docMk/>
            <pc:sldMk cId="4071592598" sldId="256"/>
            <ac:picMk id="15" creationId="{F64C06FC-0510-E2A5-21D9-60112CBDE1A2}"/>
          </ac:picMkLst>
        </pc:picChg>
        <pc:cxnChg chg="mod">
          <ac:chgData name="Mathilde Noël" userId="e8cc6f8fcd8ecae5" providerId="LiveId" clId="{25374B4B-595F-48B5-8902-A8E8E0647D3A}" dt="2026-04-22T02:42:55.371" v="20" actId="14100"/>
          <ac:cxnSpMkLst>
            <pc:docMk/>
            <pc:sldMk cId="4071592598" sldId="256"/>
            <ac:cxnSpMk id="17" creationId="{C7B947C1-1DCB-4FF5-935C-8BFC0EB00FF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36336-A7CA-FE4C-2E07-75580F7DB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7AA652-2062-A283-EF99-4B650F1A7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109C0D-AFD5-B672-B418-BF2ABBEB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183260-47D5-2DDD-F4DD-C7B64DF4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307C1-A1E4-6370-86DA-B4B52973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340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1B6D8-A017-719F-A81B-4EC085C5F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4946F-CB4E-2F47-5CBD-F7F1511F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3D0815-DC7B-AE3D-067A-46C8782E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515CCC-66ED-B0CB-F98A-39A47BFF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F33FE6-7514-793A-2C27-16C5528E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9616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E02389-6553-AD53-6A50-1A159FE7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573E71-DB7A-2C6E-DE98-2DB73C3D7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EBBDE7-AEE2-74C7-433A-69A93F73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1E7E11-F583-BFC8-690F-D433F8EB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32E669-A6F6-BBBF-829F-DDF3E01F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401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F84A4A-8F0F-E73E-7713-A54A2A13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2656C9-5715-692E-63E5-00DA0A9A7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722FE8-C48F-4DCE-14F4-9AFD62B7F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75ECD2-922C-104E-47F4-D933BB25F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5D3045-A391-A70C-626E-7C719827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19C4F1-3AD1-9007-CECF-F694C130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2663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AB763-2D4C-D65F-43A7-D2E9AD98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68BB02-DED8-32BC-8D66-236C9CF2F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BA213D-2F2F-1EEE-79E1-7CFB702FE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1C37BE-3A7F-9EED-68AD-55A47C4A9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B993A1-61F5-90D2-2025-704F90851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B7468BF-1A84-F83A-463C-D29F83041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C34BB9D-D368-EC5B-03E0-8E1E5EBD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D19398-0E92-D20F-CEF4-77F0CE92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38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6C700-B11B-F9BA-6B5A-52D055E0F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95CC03B-8C51-A9C2-2F51-C21D3499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7FE330-BDA6-9D71-D4E6-6A00E166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90AB6C-512C-F817-C2D5-DF71B48D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136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95CBEA-E092-1E3C-F956-827578B2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1121AA-873D-85A7-527B-BAC7F633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2B972C-06B4-D06A-3093-F3D5EF0E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518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B1AA86-0287-3C82-C81B-5D418E27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B03ACB-01DD-BEE4-13A0-043A977B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7E9272-F2CD-A30D-F8AC-22EFEF4E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D2B38E-65A1-5854-8B11-BDACA977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2D335F-B6B3-C0DF-B8C5-30DF3D35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20BC81-B3BA-7FF7-F930-2F30720B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4561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3FFE1B-92E6-628E-3F51-00B41110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870D675-46C3-5906-A68D-2F0F874BE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98F86D-C20F-2424-9D49-9BAF43B07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D211A1-7522-19FE-1934-367F39946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D53A2E-C3CC-F624-0B3A-0E2BEA08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85FE21-A93C-EF8A-C4B1-DB552508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9657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78E85F-D7CA-F6CE-A629-45C8E164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349888-36D6-482F-B49F-486887B21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F0080B-D776-EB78-8BC9-FA96160F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ABACA4-F94B-23C2-1A3D-113226DB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134311-B059-C31F-BAD8-92831B87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0179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8BC486D-057D-B6E7-2F5D-62580C502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81BE72-BFE2-C319-D5DA-8B8187F85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7955B2-68C0-5C70-911B-C8E57796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ED14E7-EB1A-9512-7649-994CA3B47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C11F5B-B2FE-5132-7FFC-71BA89F2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115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A34593C-8E24-0320-2D54-9F7B8129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BA5D41-83D6-4326-D356-CB3851975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37BB6E-36E9-FBE9-E0C9-9A5E057A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7680F-9B95-42F5-B4F2-D43B2966A08B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11604-05BA-2D59-9AB8-D2B862BB8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3B568A-BEA8-997D-5985-DD84317FA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047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77A86A32-F264-F4C7-9134-6359296EB0EF}"/>
              </a:ext>
            </a:extLst>
          </p:cNvPr>
          <p:cNvGrpSpPr/>
          <p:nvPr/>
        </p:nvGrpSpPr>
        <p:grpSpPr>
          <a:xfrm>
            <a:off x="3189055" y="702960"/>
            <a:ext cx="5792531" cy="5452079"/>
            <a:chOff x="2941593" y="731659"/>
            <a:chExt cx="5792531" cy="5452079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458E695-F803-7801-EA16-87FDABEA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2392" y="2534982"/>
              <a:ext cx="3261732" cy="2660678"/>
            </a:xfrm>
            <a:prstGeom prst="rect">
              <a:avLst/>
            </a:prstGeom>
          </p:spPr>
        </p:pic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DBFE6E4E-4C35-ECC3-54D8-9FDCAF4EF168}"/>
                </a:ext>
              </a:extLst>
            </p:cNvPr>
            <p:cNvSpPr/>
            <p:nvPr/>
          </p:nvSpPr>
          <p:spPr>
            <a:xfrm>
              <a:off x="2941593" y="5334193"/>
              <a:ext cx="1757144" cy="4875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CA" sz="1400" dirty="0"/>
                <a:t>Laser vert</a:t>
              </a:r>
            </a:p>
            <a:p>
              <a:pPr algn="ctr"/>
              <a:r>
                <a:rPr lang="fr-CA" sz="1400" dirty="0"/>
                <a:t> (532 nm)</a:t>
              </a:r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8911F6FB-080F-59DE-8C76-D6BF93A967EC}"/>
                </a:ext>
              </a:extLst>
            </p:cNvPr>
            <p:cNvSpPr/>
            <p:nvPr/>
          </p:nvSpPr>
          <p:spPr>
            <a:xfrm>
              <a:off x="5472392" y="5092651"/>
              <a:ext cx="403015" cy="946798"/>
            </a:xfrm>
            <a:prstGeom prst="ellipse">
              <a:avLst/>
            </a:prstGeom>
            <a:pattFill prst="ltUpDiag">
              <a:fgClr>
                <a:schemeClr val="bg2">
                  <a:lumMod val="7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190860D2-D73A-1AA8-417B-33211BF9C563}"/>
                </a:ext>
              </a:extLst>
            </p:cNvPr>
            <p:cNvSpPr/>
            <p:nvPr/>
          </p:nvSpPr>
          <p:spPr>
            <a:xfrm rot="5400000">
              <a:off x="6938883" y="1790266"/>
              <a:ext cx="328749" cy="1160682"/>
            </a:xfrm>
            <a:prstGeom prst="ellipse">
              <a:avLst/>
            </a:prstGeom>
            <a:pattFill prst="ltDnDiag">
              <a:fgClr>
                <a:schemeClr val="bg2">
                  <a:lumMod val="7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AF564A-D1C9-3083-565B-17A9787D295A}"/>
                </a:ext>
              </a:extLst>
            </p:cNvPr>
            <p:cNvSpPr/>
            <p:nvPr/>
          </p:nvSpPr>
          <p:spPr>
            <a:xfrm>
              <a:off x="6522917" y="1422714"/>
              <a:ext cx="1160682" cy="32874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CA" sz="1400" dirty="0"/>
                <a:t>Filtre</a:t>
              </a:r>
              <a:endParaRPr lang="fr-CA" sz="11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299299-6744-7FD2-2283-657D5FF04E08}"/>
                </a:ext>
              </a:extLst>
            </p:cNvPr>
            <p:cNvSpPr/>
            <p:nvPr/>
          </p:nvSpPr>
          <p:spPr>
            <a:xfrm>
              <a:off x="6522915" y="731659"/>
              <a:ext cx="1160682" cy="688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CA" sz="1400" dirty="0"/>
                <a:t>Capteur</a:t>
              </a:r>
              <a:endParaRPr lang="fr-CA" sz="1050" dirty="0"/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F64C06FC-0510-E2A5-21D9-60112CBDE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279" t="1008" r="23139" b="-1008"/>
            <a:stretch>
              <a:fillRect/>
            </a:stretch>
          </p:blipFill>
          <p:spPr>
            <a:xfrm rot="2508465" flipV="1">
              <a:off x="6905902" y="5056460"/>
              <a:ext cx="394709" cy="1127278"/>
            </a:xfrm>
            <a:prstGeom prst="rect">
              <a:avLst/>
            </a:prstGeom>
          </p:spPr>
        </p:pic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C7B947C1-1DCB-4FF5-935C-8BFC0EB00FF2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4698737" y="5559476"/>
              <a:ext cx="2404519" cy="1846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48FA456D-6B21-D16F-C783-E7BB072E5761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>
              <a:off x="7103256" y="1751463"/>
              <a:ext cx="2" cy="380801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46EE208A-89B7-D13B-1D98-F24F754B1DFA}"/>
                </a:ext>
              </a:extLst>
            </p:cNvPr>
            <p:cNvSpPr txBox="1"/>
            <p:nvPr/>
          </p:nvSpPr>
          <p:spPr>
            <a:xfrm>
              <a:off x="5435426" y="4808660"/>
              <a:ext cx="4762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CA" sz="1400" dirty="0"/>
                <a:t>P1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1294BCDF-9608-F5F9-B3BF-0FF530312D06}"/>
                </a:ext>
              </a:extLst>
            </p:cNvPr>
            <p:cNvSpPr txBox="1"/>
            <p:nvPr/>
          </p:nvSpPr>
          <p:spPr>
            <a:xfrm>
              <a:off x="6092651" y="2252142"/>
              <a:ext cx="4762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CA" sz="1400" dirty="0"/>
                <a:t>P2</a:t>
              </a:r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7EFE4209-B30C-76F7-E9D9-E7B0F19B4201}"/>
                </a:ext>
              </a:extLst>
            </p:cNvPr>
            <p:cNvSpPr/>
            <p:nvPr/>
          </p:nvSpPr>
          <p:spPr>
            <a:xfrm>
              <a:off x="4084377" y="1473397"/>
              <a:ext cx="1468965" cy="556132"/>
            </a:xfrm>
            <a:prstGeom prst="roundRect">
              <a:avLst/>
            </a:prstGeom>
            <a:solidFill>
              <a:srgbClr val="F5C2A5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CA" sz="1400" dirty="0"/>
                <a:t>Multimètre</a:t>
              </a:r>
            </a:p>
          </p:txBody>
        </p:sp>
        <p:cxnSp>
          <p:nvCxnSpPr>
            <p:cNvPr id="31" name="Connecteur : en arc 30">
              <a:extLst>
                <a:ext uri="{FF2B5EF4-FFF2-40B4-BE49-F238E27FC236}">
                  <a16:creationId xmlns:a16="http://schemas.microsoft.com/office/drawing/2014/main" id="{DC0053D5-C76B-7EB0-C1C1-CB7CEF1344B1}"/>
                </a:ext>
              </a:extLst>
            </p:cNvPr>
            <p:cNvCxnSpPr>
              <a:cxnSpLocks/>
              <a:stCxn id="29" idx="3"/>
              <a:endCxn id="13" idx="1"/>
            </p:cNvCxnSpPr>
            <p:nvPr/>
          </p:nvCxnSpPr>
          <p:spPr>
            <a:xfrm flipV="1">
              <a:off x="5553342" y="1075750"/>
              <a:ext cx="969573" cy="675713"/>
            </a:xfrm>
            <a:prstGeom prst="curvedConnector3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15925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12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Mathilde Noël</dc:creator>
  <cp:lastModifiedBy>Mathilde Noël</cp:lastModifiedBy>
  <cp:revision>1</cp:revision>
  <dcterms:created xsi:type="dcterms:W3CDTF">2026-04-15T15:10:17Z</dcterms:created>
  <dcterms:modified xsi:type="dcterms:W3CDTF">2026-04-22T02:43:54Z</dcterms:modified>
</cp:coreProperties>
</file>