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668" autoAdjust="0"/>
    <p:restoredTop sz="94660"/>
  </p:normalViewPr>
  <p:slideViewPr>
    <p:cSldViewPr snapToGrid="0">
      <p:cViewPr>
        <p:scale>
          <a:sx n="100" d="100"/>
          <a:sy n="100" d="100"/>
        </p:scale>
        <p:origin x="68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936336-A7CA-FE4C-2E07-75580F7DB7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D7AA652-2062-A283-EF99-4B650F1A7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109C0D-AFD5-B672-B418-BF2ABBEBC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680F-9B95-42F5-B4F2-D43B2966A08B}" type="datetimeFigureOut">
              <a:rPr lang="fr-CA" smtClean="0"/>
              <a:t>2026-04-15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183260-47D5-2DDD-F4DD-C7B64DF4D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C307C1-A1E4-6370-86DA-B4B529731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BF40-71EE-4B0D-8F46-D369522FC77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43406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B1B6D8-A017-719F-A81B-4EC085C5F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94946F-CB4E-2F47-5CBD-F7F1511F4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53D0815-DC7B-AE3D-067A-46C8782E0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680F-9B95-42F5-B4F2-D43B2966A08B}" type="datetimeFigureOut">
              <a:rPr lang="fr-CA" smtClean="0"/>
              <a:t>2026-04-15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515CCC-66ED-B0CB-F98A-39A47BFF0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F33FE6-7514-793A-2C27-16C5528EA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BF40-71EE-4B0D-8F46-D369522FC77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96168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E02389-6553-AD53-6A50-1A159FE73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6573E71-DB7A-2C6E-DE98-2DB73C3D7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EBBDE7-AEE2-74C7-433A-69A93F73E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680F-9B95-42F5-B4F2-D43B2966A08B}" type="datetimeFigureOut">
              <a:rPr lang="fr-CA" smtClean="0"/>
              <a:t>2026-04-15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1E7E11-F583-BFC8-690F-D433F8EBB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32E669-A6F6-BBBF-829F-DDF3E01F1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BF40-71EE-4B0D-8F46-D369522FC77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04017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F84A4A-8F0F-E73E-7713-A54A2A13A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2656C9-5715-692E-63E5-00DA0A9A7E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7722FE8-C48F-4DCE-14F4-9AFD62B7F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575ECD2-922C-104E-47F4-D933BB25F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680F-9B95-42F5-B4F2-D43B2966A08B}" type="datetimeFigureOut">
              <a:rPr lang="fr-CA" smtClean="0"/>
              <a:t>2026-04-15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A5D3045-A391-A70C-626E-7C7198279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E19C4F1-3AD1-9007-CECF-F694C1301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BF40-71EE-4B0D-8F46-D369522FC77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26633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DAB763-2D4C-D65F-43A7-D2E9AD98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68BB02-DED8-32BC-8D66-236C9CF2F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6BA213D-2F2F-1EEE-79E1-7CFB702FE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51C37BE-3A7F-9EED-68AD-55A47C4A9D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0B993A1-61F5-90D2-2025-704F90851B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B7468BF-1A84-F83A-463C-D29F83041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680F-9B95-42F5-B4F2-D43B2966A08B}" type="datetimeFigureOut">
              <a:rPr lang="fr-CA" smtClean="0"/>
              <a:t>2026-04-15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C34BB9D-D368-EC5B-03E0-8E1E5EBD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8D19398-0E92-D20F-CEF4-77F0CE929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BF40-71EE-4B0D-8F46-D369522FC77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1382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96C700-B11B-F9BA-6B5A-52D055E0F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95CC03B-8C51-A9C2-2F51-C21D34997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680F-9B95-42F5-B4F2-D43B2966A08B}" type="datetimeFigureOut">
              <a:rPr lang="fr-CA" smtClean="0"/>
              <a:t>2026-04-15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37FE330-BDA6-9D71-D4E6-6A00E1663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690AB6C-512C-F817-C2D5-DF71B48DE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BF40-71EE-4B0D-8F46-D369522FC77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61362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595CBEA-E092-1E3C-F956-827578B22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680F-9B95-42F5-B4F2-D43B2966A08B}" type="datetimeFigureOut">
              <a:rPr lang="fr-CA" smtClean="0"/>
              <a:t>2026-04-15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C1121AA-873D-85A7-527B-BAC7F6337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72B972C-06B4-D06A-3093-F3D5EF0E0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BF40-71EE-4B0D-8F46-D369522FC77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55185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B1AA86-0287-3C82-C81B-5D418E270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B03ACB-01DD-BEE4-13A0-043A977B4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7E9272-F2CD-A30D-F8AC-22EFEF4E2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D2B38E-65A1-5854-8B11-BDACA9772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680F-9B95-42F5-B4F2-D43B2966A08B}" type="datetimeFigureOut">
              <a:rPr lang="fr-CA" smtClean="0"/>
              <a:t>2026-04-15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B2D335F-B6B3-C0DF-B8C5-30DF3D350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220BC81-B3BA-7FF7-F930-2F30720B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BF40-71EE-4B0D-8F46-D369522FC77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45611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3FFE1B-92E6-628E-3F51-00B411105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870D675-46C3-5906-A68D-2F0F874BE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698F86D-C20F-2424-9D49-9BAF43B07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FD211A1-7522-19FE-1934-367F39946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680F-9B95-42F5-B4F2-D43B2966A08B}" type="datetimeFigureOut">
              <a:rPr lang="fr-CA" smtClean="0"/>
              <a:t>2026-04-15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CD53A2E-C3CC-F624-0B3A-0E2BEA08F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D85FE21-A93C-EF8A-C4B1-DB5525080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BF40-71EE-4B0D-8F46-D369522FC77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96572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78E85F-D7CA-F6CE-A629-45C8E164C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0349888-36D6-482F-B49F-486887B21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F0080B-D776-EB78-8BC9-FA96160FB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680F-9B95-42F5-B4F2-D43B2966A08B}" type="datetimeFigureOut">
              <a:rPr lang="fr-CA" smtClean="0"/>
              <a:t>2026-04-15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ABACA4-F94B-23C2-1A3D-113226DB4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134311-B059-C31F-BAD8-92831B871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BF40-71EE-4B0D-8F46-D369522FC77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01795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8BC486D-057D-B6E7-2F5D-62580C502A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681BE72-BFE2-C319-D5DA-8B8187F85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7955B2-68C0-5C70-911B-C8E57796E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680F-9B95-42F5-B4F2-D43B2966A08B}" type="datetimeFigureOut">
              <a:rPr lang="fr-CA" smtClean="0"/>
              <a:t>2026-04-15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ED14E7-EB1A-9512-7649-994CA3B47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C11F5B-B2FE-5132-7FFC-71BA89F2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3BF40-71EE-4B0D-8F46-D369522FC77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81155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A34593C-8E24-0320-2D54-9F7B81295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8BA5D41-83D6-4326-D356-CB3851975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37BB6E-36E9-FBE9-E0C9-9A5E057A96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A7680F-9B95-42F5-B4F2-D43B2966A08B}" type="datetimeFigureOut">
              <a:rPr lang="fr-CA" smtClean="0"/>
              <a:t>2026-04-15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611604-05BA-2D59-9AB8-D2B862BB8A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3B568A-BEA8-997D-5985-DD84317FA6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F3BF40-71EE-4B0D-8F46-D369522FC77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40474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2458E695-F803-7801-EA16-87FDABEAE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392" y="2534982"/>
            <a:ext cx="3261732" cy="2660678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BFE6E4E-4C35-ECC3-54D8-9FDCAF4EF168}"/>
              </a:ext>
            </a:extLst>
          </p:cNvPr>
          <p:cNvSpPr/>
          <p:nvPr/>
        </p:nvSpPr>
        <p:spPr>
          <a:xfrm>
            <a:off x="2962952" y="5329351"/>
            <a:ext cx="1757144" cy="46024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400" dirty="0"/>
              <a:t>Laser vert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911F6FB-080F-59DE-8C76-D6BF93A967EC}"/>
              </a:ext>
            </a:extLst>
          </p:cNvPr>
          <p:cNvSpPr/>
          <p:nvPr/>
        </p:nvSpPr>
        <p:spPr>
          <a:xfrm>
            <a:off x="5472392" y="5092651"/>
            <a:ext cx="403015" cy="946798"/>
          </a:xfrm>
          <a:prstGeom prst="ellipse">
            <a:avLst/>
          </a:prstGeom>
          <a:pattFill prst="ltUpDiag">
            <a:fgClr>
              <a:schemeClr val="bg2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90860D2-D73A-1AA8-417B-33211BF9C563}"/>
              </a:ext>
            </a:extLst>
          </p:cNvPr>
          <p:cNvSpPr/>
          <p:nvPr/>
        </p:nvSpPr>
        <p:spPr>
          <a:xfrm rot="5400000">
            <a:off x="6938883" y="1790266"/>
            <a:ext cx="328749" cy="1160682"/>
          </a:xfrm>
          <a:prstGeom prst="ellipse">
            <a:avLst/>
          </a:prstGeom>
          <a:pattFill prst="ltDnDiag">
            <a:fgClr>
              <a:schemeClr val="bg2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AF564A-D1C9-3083-565B-17A9787D295A}"/>
              </a:ext>
            </a:extLst>
          </p:cNvPr>
          <p:cNvSpPr/>
          <p:nvPr/>
        </p:nvSpPr>
        <p:spPr>
          <a:xfrm>
            <a:off x="6522917" y="1422714"/>
            <a:ext cx="1160682" cy="32874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400" dirty="0"/>
              <a:t>Filtre</a:t>
            </a:r>
            <a:endParaRPr lang="fr-CA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299299-6744-7FD2-2283-657D5FF04E08}"/>
              </a:ext>
            </a:extLst>
          </p:cNvPr>
          <p:cNvSpPr/>
          <p:nvPr/>
        </p:nvSpPr>
        <p:spPr>
          <a:xfrm>
            <a:off x="6522915" y="731659"/>
            <a:ext cx="1160682" cy="6881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400" dirty="0"/>
              <a:t>Capteur</a:t>
            </a:r>
            <a:endParaRPr lang="fr-CA" sz="105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F64C06FC-0510-E2A5-21D9-60112CBDE1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279" t="1008" r="23139" b="-1008"/>
          <a:stretch>
            <a:fillRect/>
          </a:stretch>
        </p:blipFill>
        <p:spPr>
          <a:xfrm rot="2508465" flipV="1">
            <a:off x="6905902" y="5056460"/>
            <a:ext cx="394709" cy="1127278"/>
          </a:xfrm>
          <a:prstGeom prst="rect">
            <a:avLst/>
          </a:prstGeom>
        </p:spPr>
      </p:pic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C7B947C1-1DCB-4FF5-935C-8BFC0EB00FF2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4720096" y="5559475"/>
            <a:ext cx="2383160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48FA456D-6B21-D16F-C783-E7BB072E5761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7103256" y="1751463"/>
            <a:ext cx="2" cy="3808013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46EE208A-89B7-D13B-1D98-F24F754B1DFA}"/>
              </a:ext>
            </a:extLst>
          </p:cNvPr>
          <p:cNvSpPr txBox="1"/>
          <p:nvPr/>
        </p:nvSpPr>
        <p:spPr>
          <a:xfrm>
            <a:off x="5435426" y="4808660"/>
            <a:ext cx="4762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sz="1400" dirty="0"/>
              <a:t>P1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1294BCDF-9608-F5F9-B3BF-0FF530312D06}"/>
              </a:ext>
            </a:extLst>
          </p:cNvPr>
          <p:cNvSpPr txBox="1"/>
          <p:nvPr/>
        </p:nvSpPr>
        <p:spPr>
          <a:xfrm>
            <a:off x="6092651" y="2252142"/>
            <a:ext cx="4762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sz="1400" dirty="0"/>
              <a:t>P2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7EFE4209-B30C-76F7-E9D9-E7B0F19B4201}"/>
              </a:ext>
            </a:extLst>
          </p:cNvPr>
          <p:cNvSpPr/>
          <p:nvPr/>
        </p:nvSpPr>
        <p:spPr>
          <a:xfrm>
            <a:off x="4084377" y="1473397"/>
            <a:ext cx="1468965" cy="55613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400" dirty="0"/>
              <a:t>Multimètre</a:t>
            </a:r>
          </a:p>
        </p:txBody>
      </p:sp>
      <p:cxnSp>
        <p:nvCxnSpPr>
          <p:cNvPr id="31" name="Connecteur : en arc 30">
            <a:extLst>
              <a:ext uri="{FF2B5EF4-FFF2-40B4-BE49-F238E27FC236}">
                <a16:creationId xmlns:a16="http://schemas.microsoft.com/office/drawing/2014/main" id="{DC0053D5-C76B-7EB0-C1C1-CB7CEF1344B1}"/>
              </a:ext>
            </a:extLst>
          </p:cNvPr>
          <p:cNvCxnSpPr>
            <a:cxnSpLocks/>
            <a:stCxn id="29" idx="3"/>
            <a:endCxn id="13" idx="1"/>
          </p:cNvCxnSpPr>
          <p:nvPr/>
        </p:nvCxnSpPr>
        <p:spPr>
          <a:xfrm flipV="1">
            <a:off x="5553342" y="1075750"/>
            <a:ext cx="969573" cy="675713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59259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7</Words>
  <Application>Microsoft Office PowerPoint</Application>
  <PresentationFormat>Grand écran</PresentationFormat>
  <Paragraphs>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Mathilde Noël</dc:creator>
  <cp:lastModifiedBy>Mathilde Noël</cp:lastModifiedBy>
  <cp:revision>1</cp:revision>
  <dcterms:created xsi:type="dcterms:W3CDTF">2026-04-15T15:10:17Z</dcterms:created>
  <dcterms:modified xsi:type="dcterms:W3CDTF">2026-04-15T19:29:22Z</dcterms:modified>
</cp:coreProperties>
</file>